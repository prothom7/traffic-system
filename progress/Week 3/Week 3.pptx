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" charset="1" panose="00000500000000000000"/>
      <p:regular r:id="rId15"/>
    </p:embeddedFont>
    <p:embeddedFont>
      <p:font typeface="Open Sauce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https://www.kaggle.com/datasets/sifatkhan69/bangladeshi-vehicle-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System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188471" y="7228498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SUPERVISOR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149590"/>
            <a:ext cx="456068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Prothom Ghosh (2107097)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Md. Rubayet Nabil (2107073)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13345"/>
            <a:ext cx="3669506" cy="96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Week - 03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1871" y="7778115"/>
            <a:ext cx="4560684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Kazi Saeed Alam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Assistant Professor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0643" y="3387099"/>
            <a:ext cx="1954546" cy="1954546"/>
          </a:xfrm>
          <a:custGeom>
            <a:avLst/>
            <a:gdLst/>
            <a:ahLst/>
            <a:cxnLst/>
            <a:rect r="r" b="b" t="t" l="l"/>
            <a:pathLst>
              <a:path h="1954546" w="1954546">
                <a:moveTo>
                  <a:pt x="0" y="0"/>
                </a:moveTo>
                <a:lnTo>
                  <a:pt x="1954546" y="0"/>
                </a:lnTo>
                <a:lnTo>
                  <a:pt x="1954546" y="1954546"/>
                </a:lnTo>
                <a:lnTo>
                  <a:pt x="0" y="195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24400" y="2326720"/>
            <a:ext cx="4236285" cy="4236285"/>
          </a:xfrm>
          <a:custGeom>
            <a:avLst/>
            <a:gdLst/>
            <a:ahLst/>
            <a:cxnLst/>
            <a:rect r="r" b="b" t="t" l="l"/>
            <a:pathLst>
              <a:path h="4236285" w="4236285">
                <a:moveTo>
                  <a:pt x="0" y="0"/>
                </a:moveTo>
                <a:lnTo>
                  <a:pt x="4236285" y="0"/>
                </a:lnTo>
                <a:lnTo>
                  <a:pt x="4236285" y="4236284"/>
                </a:lnTo>
                <a:lnTo>
                  <a:pt x="0" y="4236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9486" y="1875477"/>
            <a:ext cx="4925172" cy="4925172"/>
          </a:xfrm>
          <a:custGeom>
            <a:avLst/>
            <a:gdLst/>
            <a:ahLst/>
            <a:cxnLst/>
            <a:rect r="r" b="b" t="t" l="l"/>
            <a:pathLst>
              <a:path h="4925172" w="4925172">
                <a:moveTo>
                  <a:pt x="0" y="0"/>
                </a:moveTo>
                <a:lnTo>
                  <a:pt x="4925172" y="0"/>
                </a:lnTo>
                <a:lnTo>
                  <a:pt x="4925172" y="4925172"/>
                </a:lnTo>
                <a:lnTo>
                  <a:pt x="0" y="492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74015" y="1894771"/>
            <a:ext cx="4417828" cy="4045554"/>
          </a:xfrm>
          <a:custGeom>
            <a:avLst/>
            <a:gdLst/>
            <a:ahLst/>
            <a:cxnLst/>
            <a:rect r="r" b="b" t="t" l="l"/>
            <a:pathLst>
              <a:path h="4045554" w="4417828">
                <a:moveTo>
                  <a:pt x="0" y="0"/>
                </a:moveTo>
                <a:lnTo>
                  <a:pt x="4417827" y="0"/>
                </a:lnTo>
                <a:lnTo>
                  <a:pt x="4417827" y="4045555"/>
                </a:lnTo>
                <a:lnTo>
                  <a:pt x="0" y="4045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1" t="0" r="0" b="-187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Weekly Update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6666" y="8685288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4566" y="5616630"/>
            <a:ext cx="24067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Authentication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8200" y="6434889"/>
            <a:ext cx="175155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Login Page UI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0643" y="7076874"/>
            <a:ext cx="19466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Signup Page UI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4127" y="5697121"/>
            <a:ext cx="354478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Admin and Simulation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14235" y="6515379"/>
            <a:ext cx="261669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Admin Dashboard 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2767" y="5704767"/>
            <a:ext cx="1894136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Home Page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5486" y="6523026"/>
            <a:ext cx="206082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Landind Page UI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981" y="5785258"/>
            <a:ext cx="279365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Database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84723" y="6617804"/>
            <a:ext cx="225816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Vehicle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50210" y="7297889"/>
            <a:ext cx="206543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 Database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95352" y="7992261"/>
            <a:ext cx="243691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Violation Database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23037" y="8516695"/>
            <a:ext cx="231978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Camera Database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211" t="0" r="-5032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5422969" cy="10287000"/>
          </a:xfrm>
          <a:custGeom>
            <a:avLst/>
            <a:gdLst/>
            <a:ahLst/>
            <a:cxnLst/>
            <a:rect r="r" b="b" t="t" l="l"/>
            <a:pathLst>
              <a:path h="10287000" w="15422969">
                <a:moveTo>
                  <a:pt x="0" y="0"/>
                </a:moveTo>
                <a:lnTo>
                  <a:pt x="15422969" y="0"/>
                </a:lnTo>
                <a:lnTo>
                  <a:pt x="154229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30872"/>
            <a:ext cx="1683976" cy="1683976"/>
          </a:xfrm>
          <a:custGeom>
            <a:avLst/>
            <a:gdLst/>
            <a:ahLst/>
            <a:cxnLst/>
            <a:rect r="r" b="b" t="t" l="l"/>
            <a:pathLst>
              <a:path h="1683976" w="1683976">
                <a:moveTo>
                  <a:pt x="0" y="0"/>
                </a:moveTo>
                <a:lnTo>
                  <a:pt x="1683976" y="0"/>
                </a:lnTo>
                <a:lnTo>
                  <a:pt x="1683976" y="1683976"/>
                </a:lnTo>
                <a:lnTo>
                  <a:pt x="0" y="1683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6775" y="5705107"/>
            <a:ext cx="1487826" cy="1487826"/>
          </a:xfrm>
          <a:custGeom>
            <a:avLst/>
            <a:gdLst/>
            <a:ahLst/>
            <a:cxnLst/>
            <a:rect r="r" b="b" t="t" l="l"/>
            <a:pathLst>
              <a:path h="1487826" w="1487826">
                <a:moveTo>
                  <a:pt x="0" y="0"/>
                </a:moveTo>
                <a:lnTo>
                  <a:pt x="1487826" y="0"/>
                </a:lnTo>
                <a:lnTo>
                  <a:pt x="1487826" y="1487826"/>
                </a:lnTo>
                <a:lnTo>
                  <a:pt x="0" y="1487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Authentication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19956" y="3754420"/>
            <a:ext cx="178846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Sign in 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4858" y="4608155"/>
            <a:ext cx="510331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Login with vehicle ID or Driver ID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Option to register a vehicle or Driver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1368" y="6059765"/>
            <a:ext cx="190127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Sign up 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12676" y="6913500"/>
            <a:ext cx="442168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Register as Driver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Register as a Vehicle or Owner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528" t="0" r="-3452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12749" y="2156253"/>
            <a:ext cx="890207" cy="890207"/>
          </a:xfrm>
          <a:custGeom>
            <a:avLst/>
            <a:gdLst/>
            <a:ahLst/>
            <a:cxnLst/>
            <a:rect r="r" b="b" t="t" l="l"/>
            <a:pathLst>
              <a:path h="890207" w="890207">
                <a:moveTo>
                  <a:pt x="0" y="0"/>
                </a:moveTo>
                <a:lnTo>
                  <a:pt x="890207" y="0"/>
                </a:lnTo>
                <a:lnTo>
                  <a:pt x="890207" y="890207"/>
                </a:lnTo>
                <a:lnTo>
                  <a:pt x="0" y="890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3730" y="7054470"/>
            <a:ext cx="1968245" cy="1968245"/>
          </a:xfrm>
          <a:custGeom>
            <a:avLst/>
            <a:gdLst/>
            <a:ahLst/>
            <a:cxnLst/>
            <a:rect r="r" b="b" t="t" l="l"/>
            <a:pathLst>
              <a:path h="1968245" w="1968245">
                <a:moveTo>
                  <a:pt x="0" y="0"/>
                </a:moveTo>
                <a:lnTo>
                  <a:pt x="1968245" y="0"/>
                </a:lnTo>
                <a:lnTo>
                  <a:pt x="1968245" y="1968245"/>
                </a:lnTo>
                <a:lnTo>
                  <a:pt x="0" y="196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12749" y="1114425"/>
            <a:ext cx="734239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Admin and Simulation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4841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2956" y="2382916"/>
            <a:ext cx="239568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 Page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2956" y="3242833"/>
            <a:ext cx="5048101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Add or remove a vehicle or Driver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Change ownership and update data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Add camera location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See Traffic Records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Filter records by time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Filter records by location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Find Traffic Hotspot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Find Accident Hotspot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Violations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Notify recent violations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See Details information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83114" y="7620581"/>
            <a:ext cx="234925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Simulation 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41975" y="8476561"/>
            <a:ext cx="28755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Simulate violations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211" t="0" r="-5032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5422969" cy="10287000"/>
          </a:xfrm>
          <a:custGeom>
            <a:avLst/>
            <a:gdLst/>
            <a:ahLst/>
            <a:cxnLst/>
            <a:rect r="r" b="b" t="t" l="l"/>
            <a:pathLst>
              <a:path h="10287000" w="15422969">
                <a:moveTo>
                  <a:pt x="0" y="0"/>
                </a:moveTo>
                <a:lnTo>
                  <a:pt x="15422969" y="0"/>
                </a:lnTo>
                <a:lnTo>
                  <a:pt x="154229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5" t="0" r="-180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Home Page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2676" y="3770212"/>
            <a:ext cx="27365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1595" y="4623948"/>
            <a:ext cx="336440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Vehicle information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Registration details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Recent Traffic records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Unpaid Fines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62386" y="3543549"/>
            <a:ext cx="890207" cy="890207"/>
          </a:xfrm>
          <a:custGeom>
            <a:avLst/>
            <a:gdLst/>
            <a:ahLst/>
            <a:cxnLst/>
            <a:rect r="r" b="b" t="t" l="l"/>
            <a:pathLst>
              <a:path h="890207" w="890207">
                <a:moveTo>
                  <a:pt x="0" y="0"/>
                </a:moveTo>
                <a:lnTo>
                  <a:pt x="890207" y="0"/>
                </a:lnTo>
                <a:lnTo>
                  <a:pt x="890207" y="890207"/>
                </a:lnTo>
                <a:lnTo>
                  <a:pt x="0" y="890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367746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Reflections &amp; 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9090" y="2647950"/>
            <a:ext cx="5606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9090" y="3227070"/>
            <a:ext cx="5606820" cy="240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registered vehicle an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owne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qu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identifica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tion u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vehi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cle ID and number plate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652480" y="2647950"/>
            <a:ext cx="5606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Violation and Records database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52480" y="3227070"/>
            <a:ext cx="5606820" cy="240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Logs cam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era-detected vehicle movements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Stores violati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s,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fines, and payment status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769090" y="5811520"/>
            <a:ext cx="5606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Driver Database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9090" y="6390640"/>
            <a:ext cx="5606820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Links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ivers to vehicles over time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cks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signment duration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iv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 credit score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652480" y="5811520"/>
            <a:ext cx="5606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Camera Database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52480" y="6390640"/>
            <a:ext cx="5606820" cy="240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Stor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camera locations with GPS data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Enables route and distance analysis between locations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989777"/>
            <a:ext cx="3436408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Database Design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6455618"/>
          </a:xfrm>
          <a:custGeom>
            <a:avLst/>
            <a:gdLst/>
            <a:ahLst/>
            <a:cxnLst/>
            <a:rect r="r" b="b" t="t" l="l"/>
            <a:pathLst>
              <a:path h="6455618" w="18288000">
                <a:moveTo>
                  <a:pt x="0" y="0"/>
                </a:moveTo>
                <a:lnTo>
                  <a:pt x="18288000" y="0"/>
                </a:lnTo>
                <a:lnTo>
                  <a:pt x="18288000" y="6455618"/>
                </a:lnTo>
                <a:lnTo>
                  <a:pt x="0" y="6455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674" r="0" b="-2967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83065" y="8259762"/>
            <a:ext cx="4056898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https://www.kaggle.com/datasets/sifatkhan69/bangladeshi-vehicle-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68297" y="8563610"/>
            <a:ext cx="405689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3.5k+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image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9819" y="7196663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What We Found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0348" y="8320722"/>
            <a:ext cx="405689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kaggle.com/datasets/sifatkhan69/bangladeshi-vehicle-"/>
              </a:rPr>
              <a:t>Bangladeshi Vehicle license plate (YOLO format)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Stolen Car Tracking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 Development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1528" y="3576179"/>
            <a:ext cx="29678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Weighted Graph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1528" y="4202924"/>
            <a:ext cx="549730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Camera locations are kept as a weighted graph where nodes are cameras and edges are paths to cameras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5715000"/>
            <a:ext cx="162306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1331126" y="377433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757823" y="6715125"/>
            <a:ext cx="29678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Track Stonlen Car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57823" y="7341870"/>
            <a:ext cx="458424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Keep a separate database for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Stolen car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car involved in crime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437421" y="570371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8196993" y="377433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303288" y="570371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15070109" y="377433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8520843" y="3576179"/>
            <a:ext cx="29678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Detection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20843" y="4202924"/>
            <a:ext cx="39872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Flag or alert the system if the stolen car is detected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7138" y="6715125"/>
            <a:ext cx="376302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AI Based Tracking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27138" y="7341870"/>
            <a:ext cx="460234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Track the car and speed. then determine which adjacent node the car will pass using AI.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90158" y="3576179"/>
            <a:ext cx="227876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Notify Law Enforcement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DAG8NJhfkBY</dc:identifier>
  <dcterms:modified xsi:type="dcterms:W3CDTF">2011-08-01T06:04:30Z</dcterms:modified>
  <cp:revision>1</cp:revision>
  <dc:title>White Beige and Brown Simple Minimalist Clean Final Project Presentation</dc:title>
</cp:coreProperties>
</file>